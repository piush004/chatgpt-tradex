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introduction to the proposed Laundry Management Solution - UK. No product name or delivery commitment has been assumed. Source: customer-supplied Laundry Management Solution.docx.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concept board with fictional orders. Proposed stages follow the supplied document: Pending, Processing, Ready, Delivered. Not a live application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document lists LinenPay as a LinenTech payment capability. This proposed solution describes payment processing generically; no integration, provider or commercial terms are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Priorities follow the supplied document. The source lists agentic AI as advertised by LinenTech, without defined requirements. AI is exploratory here, not a committed capability. Offline scan queue is a later-phase proposal. No timelines or measured benefits are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Basis: Laundry Management Solution.docx supplied by the customer. Reference website: https://www.linentech.net (live access blocked by environment network policy; not independently reviewed). All generated photography and concept UI are illustrative. This presentation describes a proposed solution, not an existing released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A CLEARER WAY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Every order. Every linen.</a:t>
            </a:r>
          </a:p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One connected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01</a:t>
            </a:r>
          </a:p>
        </p:txBody>
      </p:sp>
      <p:pic>
        <p:nvPicPr>
          <p:cNvPr id="7" name="Picture 6" descr="generated_visuals.png"/>
          <p:cNvPicPr>
            <a:picLocks noChangeAspect="1"/>
          </p:cNvPicPr>
          <p:nvPr/>
        </p:nvPicPr>
        <p:blipFill>
          <a:blip r:embed="rId2"/>
          <a:srcRect l="214" r="66880" b="50000"/>
          <a:stretch>
            <a:fillRect/>
          </a:stretch>
        </p:blipFill>
        <p:spPr>
          <a:xfrm>
            <a:off x="7589520" y="2788920"/>
            <a:ext cx="7040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657600"/>
            <a:ext cx="64008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0">
                <a:solidFill>
                  <a:srgbClr val="102D3A"/>
                </a:solidFill>
                <a:latin typeface="Aptos"/>
              </a:defRPr>
            </a:pPr>
            <a:r>
              <a:t>Laundry management,</a:t>
            </a:r>
          </a:p>
          <a:p>
            <a:pPr>
              <a:defRPr sz="2600" b="0">
                <a:solidFill>
                  <a:srgbClr val="102D3A"/>
                </a:solidFill>
                <a:latin typeface="Aptos"/>
              </a:defRPr>
            </a:pPr>
            <a:r>
              <a:t>designed around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675120"/>
            <a:ext cx="64008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500" b="0">
                <a:solidFill>
                  <a:srgbClr val="62757C"/>
                </a:solidFill>
                <a:latin typeface="Aptos"/>
              </a:defRPr>
            </a:pPr>
            <a:r>
              <a:t>A proposed solution for your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THE COMPLETE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From collection to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2801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700" b="0">
                <a:solidFill>
                  <a:srgbClr val="62757C"/>
                </a:solidFill>
                <a:latin typeface="Aptos"/>
              </a:defRPr>
            </a:pPr>
            <a:r>
              <a:t>A shared view across every handover.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25603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18288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087F8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102D3A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703320"/>
            <a:ext cx="25603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977639"/>
            <a:ext cx="18288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087F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89204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102D3A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25603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18288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087F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9204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102D3A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3703320"/>
            <a:ext cx="25603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39" y="3977639"/>
            <a:ext cx="18288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087F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489204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102D3A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795759" y="3703320"/>
            <a:ext cx="25603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24359" y="3977639"/>
            <a:ext cx="18288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087F8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24359" y="489204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102D3A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83680"/>
            <a:ext cx="12801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62757C"/>
                </a:solidFill>
                <a:latin typeface="Aptos"/>
              </a:defRPr>
            </a:pPr>
            <a:r>
              <a:t>Rental orders  /  Shipping &amp; receiving  /  Production  /  Billing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MAKE THE DAY EASIER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Know what needs attention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7" name="Picture 6" descr="generated_visuals.png"/>
          <p:cNvPicPr>
            <a:picLocks noChangeAspect="1"/>
          </p:cNvPicPr>
          <p:nvPr/>
        </p:nvPicPr>
        <p:blipFill>
          <a:blip r:embed="rId2"/>
          <a:srcRect l="70602" r="3935" b="50000"/>
          <a:stretch>
            <a:fillRect/>
          </a:stretch>
        </p:blipFill>
        <p:spPr>
          <a:xfrm>
            <a:off x="8961120" y="2788920"/>
            <a:ext cx="50292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154680"/>
            <a:ext cx="78638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087F83"/>
                </a:solidFill>
                <a:latin typeface="Aptos"/>
              </a:defRPr>
            </a:pPr>
            <a:r>
              <a:t>Smart Daily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30168"/>
            <a:ext cx="786384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700" b="0">
                <a:solidFill>
                  <a:srgbClr val="62757C"/>
                </a:solidFill>
                <a:latin typeface="Aptos"/>
              </a:defRPr>
            </a:pPr>
            <a:r>
              <a:t>Overdue orders, pickups and 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78638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087F83"/>
                </a:solidFill>
                <a:latin typeface="Aptos"/>
              </a:defRPr>
            </a:pPr>
            <a:r>
              <a:t>Smart delay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64608"/>
            <a:ext cx="786384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700" b="0">
                <a:solidFill>
                  <a:srgbClr val="62757C"/>
                </a:solidFill>
                <a:latin typeface="Aptos"/>
              </a:defRPr>
            </a:pPr>
            <a:r>
              <a:t>Act before a deadline is missed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23560"/>
            <a:ext cx="78638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087F83"/>
                </a:solidFill>
                <a:latin typeface="Aptos"/>
              </a:defRPr>
            </a:pPr>
            <a:r>
              <a:t>One-click repeat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99048"/>
            <a:ext cx="786384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700" b="0">
                <a:solidFill>
                  <a:srgbClr val="62757C"/>
                </a:solidFill>
                <a:latin typeface="Aptos"/>
              </a:defRPr>
            </a:pPr>
            <a:r>
              <a:t>Less entry for regular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VISUAL LAUNDRY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See progress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17520"/>
            <a:ext cx="3200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017520"/>
            <a:ext cx="3200400" cy="6858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182112"/>
            <a:ext cx="28346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931920"/>
            <a:ext cx="2871216" cy="896112"/>
          </a:xfrm>
          <a:prstGeom prst="roundRect">
            <a:avLst/>
          </a:prstGeom>
          <a:solidFill>
            <a:srgbClr val="D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4160520"/>
            <a:ext cx="2560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02D3A"/>
                </a:solidFill>
                <a:latin typeface="Aptos"/>
              </a:defRPr>
            </a:pPr>
            <a:r>
              <a:t>Hotel linen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5074920"/>
            <a:ext cx="2871216" cy="896112"/>
          </a:xfrm>
          <a:prstGeom prst="roundRect">
            <a:avLst/>
          </a:prstGeom>
          <a:solidFill>
            <a:srgbClr val="D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5303520"/>
            <a:ext cx="2560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02D3A"/>
                </a:solidFill>
                <a:latin typeface="Aptos"/>
              </a:defRPr>
            </a:pPr>
            <a:r>
              <a:t>Restaurant linen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95928" y="3017520"/>
            <a:ext cx="3200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95928" y="3017520"/>
            <a:ext cx="3200400" cy="6858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3182112"/>
            <a:ext cx="28346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931920"/>
            <a:ext cx="2871216" cy="896112"/>
          </a:xfrm>
          <a:prstGeom prst="roundRect">
            <a:avLst/>
          </a:prstGeom>
          <a:solidFill>
            <a:srgbClr val="D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4160520"/>
            <a:ext cx="2560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02D3A"/>
                </a:solidFill>
                <a:latin typeface="Aptos"/>
              </a:defRPr>
            </a:pPr>
            <a:r>
              <a:t>Bed linen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5074920"/>
            <a:ext cx="2871216" cy="896112"/>
          </a:xfrm>
          <a:prstGeom prst="roundRect">
            <a:avLst/>
          </a:prstGeom>
          <a:solidFill>
            <a:srgbClr val="D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5303520"/>
            <a:ext cx="2560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02D3A"/>
                </a:solidFill>
                <a:latin typeface="Aptos"/>
              </a:defRPr>
            </a:pPr>
            <a:r>
              <a:t>Towels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496" y="3017520"/>
            <a:ext cx="3200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97496" y="3017520"/>
            <a:ext cx="3200400" cy="6858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3182112"/>
            <a:ext cx="28346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62088" y="3931920"/>
            <a:ext cx="2871216" cy="896112"/>
          </a:xfrm>
          <a:prstGeom prst="roundRect">
            <a:avLst/>
          </a:prstGeom>
          <a:solidFill>
            <a:srgbClr val="D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4160520"/>
            <a:ext cx="2560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02D3A"/>
                </a:solidFill>
                <a:latin typeface="Aptos"/>
              </a:defRPr>
            </a:pPr>
            <a:r>
              <a:t>Weekly rental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99064" y="3017520"/>
            <a:ext cx="3200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99064" y="3017520"/>
            <a:ext cx="3200400" cy="685800"/>
          </a:xfrm>
          <a:prstGeom prst="rect">
            <a:avLst/>
          </a:prstGeom>
          <a:solidFill>
            <a:srgbClr val="10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63656" y="3182112"/>
            <a:ext cx="28346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63656" y="3931920"/>
            <a:ext cx="2871216" cy="896112"/>
          </a:xfrm>
          <a:prstGeom prst="roundRect">
            <a:avLst/>
          </a:prstGeom>
          <a:solidFill>
            <a:srgbClr val="D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28248" y="4160520"/>
            <a:ext cx="2560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102D3A"/>
                </a:solidFill>
                <a:latin typeface="Aptos"/>
              </a:defRPr>
            </a:pPr>
            <a:r>
              <a:t>Guesthouse linen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SCAN &amp;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Scan. Find. Update.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7" name="Picture 6" descr="generated_visuals.png"/>
          <p:cNvPicPr>
            <a:picLocks noChangeAspect="1"/>
          </p:cNvPicPr>
          <p:nvPr/>
        </p:nvPicPr>
        <p:blipFill>
          <a:blip r:embed="rId2"/>
          <a:srcRect l="34063" r="34063" b="50000"/>
          <a:stretch>
            <a:fillRect/>
          </a:stretch>
        </p:blipFill>
        <p:spPr>
          <a:xfrm>
            <a:off x="7498079" y="2788920"/>
            <a:ext cx="64922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291840"/>
            <a:ext cx="64008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700" b="1">
                <a:solidFill>
                  <a:srgbClr val="087F83"/>
                </a:solidFill>
                <a:latin typeface="Aptos"/>
              </a:defRPr>
            </a:pPr>
            <a:r>
              <a:t>Phone-based QR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64008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0">
                <a:solidFill>
                  <a:srgbClr val="102D3A"/>
                </a:solidFill>
                <a:latin typeface="Aptos"/>
              </a:defRPr>
            </a:pPr>
            <a:r>
              <a:t>Open the order.</a:t>
            </a:r>
          </a:p>
          <a:p>
            <a:pPr>
              <a:defRPr sz="2400" b="0">
                <a:solidFill>
                  <a:srgbClr val="102D3A"/>
                </a:solidFill>
                <a:latin typeface="Aptos"/>
              </a:defRPr>
            </a:pPr>
            <a:r>
              <a:t>Change status in one tap.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64008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700" b="0">
                <a:solidFill>
                  <a:srgbClr val="62757C"/>
                </a:solidFill>
                <a:latin typeface="Aptos"/>
              </a:defRPr>
            </a:pPr>
            <a:r>
              <a:t>RFID tracking where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QUALITY AT EVERY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Resolve issues while they are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7" name="Picture 6" descr="generated_visuals.png"/>
          <p:cNvPicPr>
            <a:picLocks noChangeAspect="1"/>
          </p:cNvPicPr>
          <p:nvPr/>
        </p:nvPicPr>
        <p:blipFill>
          <a:blip r:embed="rId2"/>
          <a:srcRect l="33838" r="33838" t="50000"/>
          <a:stretch>
            <a:fillRect/>
          </a:stretch>
        </p:blipFill>
        <p:spPr>
          <a:xfrm>
            <a:off x="594360" y="2788920"/>
            <a:ext cx="658368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3246120"/>
            <a:ext cx="603504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87F83"/>
                </a:solidFill>
                <a:latin typeface="Aptos"/>
              </a:defRPr>
            </a:pPr>
            <a:r>
              <a:t>One-tap issue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114800"/>
            <a:ext cx="603504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0">
                <a:solidFill>
                  <a:srgbClr val="102D3A"/>
                </a:solidFill>
                <a:latin typeface="Aptos"/>
              </a:defRPr>
            </a:pPr>
            <a:r>
              <a:t>Missing or damaged items</a:t>
            </a:r>
          </a:p>
          <a:p>
            <a:pPr>
              <a:defRPr sz="2200" b="0">
                <a:solidFill>
                  <a:srgbClr val="102D3A"/>
                </a:solidFill>
                <a:latin typeface="Aptos"/>
              </a:defRPr>
            </a:pPr>
            <a:r>
              <a:t>Reason + optional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5897880"/>
            <a:ext cx="64008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500" b="0">
                <a:solidFill>
                  <a:srgbClr val="62757C"/>
                </a:solidFill>
                <a:latin typeface="Aptos"/>
              </a:defRPr>
            </a:pPr>
            <a:r>
              <a:t>Rewash  /  Reject  /  Reclaim  /  Discard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CONNECTED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Keep every handover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7" name="Picture 6" descr="generated_visuals.png"/>
          <p:cNvPicPr>
            <a:picLocks noChangeAspect="1"/>
          </p:cNvPicPr>
          <p:nvPr/>
        </p:nvPicPr>
        <p:blipFill>
          <a:blip r:embed="rId2"/>
          <a:srcRect l="505" r="67172" t="50000"/>
          <a:stretch>
            <a:fillRect/>
          </a:stretch>
        </p:blipFill>
        <p:spPr>
          <a:xfrm>
            <a:off x="594360" y="2788920"/>
            <a:ext cx="658368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3154680"/>
            <a:ext cx="5943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87F83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657600"/>
            <a:ext cx="5943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62757C"/>
                </a:solidFill>
                <a:latin typeface="Aptos"/>
              </a:defRPr>
            </a:pPr>
            <a:r>
              <a:t>Routes and optimisation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434840"/>
            <a:ext cx="5943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87F83"/>
                </a:solidFill>
                <a:latin typeface="Aptos"/>
              </a:defRPr>
            </a:pPr>
            <a:r>
              <a:t>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937759"/>
            <a:ext cx="5943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62757C"/>
                </a:solidFill>
                <a:latin typeface="Aptos"/>
              </a:defRPr>
            </a:pPr>
            <a:r>
              <a:t>Driver routes and manifests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715000"/>
            <a:ext cx="5943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87F83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217920"/>
            <a:ext cx="5943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62757C"/>
                </a:solidFill>
                <a:latin typeface="Aptos"/>
              </a:defRPr>
            </a:pPr>
            <a:r>
              <a:t>Delivery signatures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A SIMPLER 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Answers without the chase.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generated_visuals.png"/>
          <p:cNvPicPr>
            <a:picLocks noChangeAspect="1"/>
          </p:cNvPicPr>
          <p:nvPr/>
        </p:nvPicPr>
        <p:blipFill>
          <a:blip r:embed="rId2"/>
          <a:srcRect l="69641" r="2974" b="50000"/>
          <a:stretch>
            <a:fillRect/>
          </a:stretch>
        </p:blipFill>
        <p:spPr>
          <a:xfrm>
            <a:off x="8412480" y="2788920"/>
            <a:ext cx="55778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108960"/>
            <a:ext cx="73152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087F83"/>
                </a:solidFill>
                <a:latin typeface="Aptos"/>
              </a:defRPr>
            </a:pPr>
            <a:r>
              <a:t>Customer portal /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93591"/>
            <a:ext cx="73152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Orders, pickups, invoices and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73152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087F83"/>
                </a:solidFill>
                <a:latin typeface="Aptos"/>
              </a:defRPr>
            </a:pPr>
            <a:r>
              <a:t>Secure tracking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28032"/>
            <a:ext cx="73152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No app installation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73152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300" b="1">
                <a:solidFill>
                  <a:srgbClr val="087F83"/>
                </a:solidFill>
                <a:latin typeface="Aptos"/>
              </a:defRPr>
            </a:pPr>
            <a:r>
              <a:t>Opt-in WhatsApp / 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62472"/>
            <a:ext cx="73152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Pickup, ready and delivery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COMMERCIAL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Connect service with the business.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00400"/>
            <a:ext cx="4297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3840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87F83"/>
                </a:solidFill>
                <a:latin typeface="Aptos"/>
              </a:defRPr>
            </a:pPr>
            <a:r>
              <a:t>Orders &amp; rental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8404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Manage recurring linen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3200400"/>
            <a:ext cx="4297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4" y="3401568"/>
            <a:ext cx="3840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87F83"/>
                </a:solidFill>
                <a:latin typeface="Aptos"/>
              </a:defRPr>
            </a:pPr>
            <a:r>
              <a:t>Billing &amp;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4" y="3931920"/>
            <a:ext cx="38404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Invoices and payment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65208" y="3200400"/>
            <a:ext cx="4297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808" y="3401568"/>
            <a:ext cx="3840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87F83"/>
                </a:solidFill>
                <a:latin typeface="Aptos"/>
              </a:defRPr>
            </a:pPr>
            <a:r>
              <a:t>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3931920"/>
            <a:ext cx="38404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Customer support and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577840"/>
            <a:ext cx="13350240" cy="1417320"/>
          </a:xfrm>
          <a:prstGeom prst="roundRect">
            <a:avLst/>
          </a:prstGeom>
          <a:solidFill>
            <a:srgbClr val="DF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261872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500" b="1">
                <a:solidFill>
                  <a:srgbClr val="087F83"/>
                </a:solidFill>
                <a:latin typeface="Aptos"/>
              </a:defRPr>
            </a:pPr>
            <a:r>
              <a:t>Clearer records. Smoother customer conversations.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MANAGER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Turn activity into useful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generated_visuals.png"/>
          <p:cNvPicPr>
            <a:picLocks noChangeAspect="1"/>
          </p:cNvPicPr>
          <p:nvPr/>
        </p:nvPicPr>
        <p:blipFill>
          <a:blip r:embed="rId2"/>
          <a:srcRect l="68743" r="2076" t="50000"/>
          <a:stretch>
            <a:fillRect/>
          </a:stretch>
        </p:blipFill>
        <p:spPr>
          <a:xfrm>
            <a:off x="8046720" y="2788920"/>
            <a:ext cx="594360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108960"/>
            <a:ext cx="7132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87F83"/>
                </a:solidFill>
                <a:latin typeface="Aptos"/>
              </a:defRPr>
            </a:pPr>
            <a:r>
              <a:t>Daily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93591"/>
            <a:ext cx="713232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Orders, delays and unresolved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7132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87F83"/>
                </a:solidFill>
                <a:latin typeface="Aptos"/>
              </a:defRPr>
            </a:pPr>
            <a:r>
              <a:t>Operational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28032"/>
            <a:ext cx="713232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Throughput, labour costs and rework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71323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87F83"/>
                </a:solidFill>
                <a:latin typeface="Aptos"/>
              </a:defRPr>
            </a:pPr>
            <a:r>
              <a:t>Mobile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62472"/>
            <a:ext cx="713232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Reports, alerts and multilingual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A PRACTICAL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Start with daily value. Grow with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00400"/>
            <a:ext cx="42976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3840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87F83"/>
                </a:solidFill>
                <a:latin typeface="Aptos"/>
              </a:defRPr>
            </a:pPr>
            <a:r>
              <a:t>Priority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84048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Daily assistant · QR scanning</a:t>
            </a:r>
          </a:p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Visual board · Repeat orders</a:t>
            </a:r>
          </a:p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Issue reporting · Delay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3200400"/>
            <a:ext cx="42976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4" y="3401568"/>
            <a:ext cx="3840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87F83"/>
                </a:solidFill>
                <a:latin typeface="Aptos"/>
              </a:defRPr>
            </a:pPr>
            <a:r>
              <a:t>Priority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4" y="3931920"/>
            <a:ext cx="384048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Tracking links · Opt-in updates</a:t>
            </a:r>
          </a:p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Daily summary</a:t>
            </a:r>
          </a:p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Improvement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65208" y="3200400"/>
            <a:ext cx="42976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808" y="3401568"/>
            <a:ext cx="3840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87F83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3931920"/>
            <a:ext cx="384048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Offline scan queue</a:t>
            </a:r>
          </a:p>
          <a:p>
            <a:pPr>
              <a:defRPr sz="1600" b="0">
                <a:solidFill>
                  <a:srgbClr val="62757C"/>
                </a:solidFill>
                <a:latin typeface="Aptos"/>
              </a:defRPr>
            </a:pPr>
            <a:r>
              <a:t>Safe synchronisation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2801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0">
                <a:solidFill>
                  <a:srgbClr val="62757C"/>
                </a:solidFill>
                <a:latin typeface="Aptos"/>
              </a:defRPr>
            </a:pPr>
            <a:r>
              <a:t>Core platform: orders, production, delivery, finance and customer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720840"/>
            <a:ext cx="12801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0">
                <a:solidFill>
                  <a:srgbClr val="087F83"/>
                </a:solidFill>
                <a:latin typeface="Aptos"/>
              </a:defRPr>
            </a:pPr>
            <a:r>
              <a:t>AI-assisted workflows: explore after the core operation is defined.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62757C"/>
                </a:solidFill>
                <a:latin typeface="Aptos"/>
              </a:defRPr>
            </a:pPr>
            <a:r>
              <a:t>LAUNDRY MANAGEMENT  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2801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87F83"/>
                </a:solidFill>
                <a:latin typeface="Aptos"/>
              </a:defRPr>
            </a:pPr>
            <a:r>
              <a:t>YOUR OPERATION, 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280160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102D3A"/>
                </a:solidFill>
                <a:latin typeface="Aptos"/>
              </a:defRPr>
            </a:pPr>
            <a:r>
              <a:t>Less chasing. More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0" y="7699248"/>
            <a:ext cx="6400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0">
                <a:solidFill>
                  <a:srgbClr val="62757C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generated_visuals.png"/>
          <p:cNvPicPr>
            <a:picLocks noChangeAspect="1"/>
          </p:cNvPicPr>
          <p:nvPr/>
        </p:nvPicPr>
        <p:blipFill>
          <a:blip r:embed="rId2"/>
          <a:srcRect l="214" r="66880" b="50000"/>
          <a:stretch>
            <a:fillRect/>
          </a:stretch>
        </p:blipFill>
        <p:spPr>
          <a:xfrm>
            <a:off x="7589520" y="2788920"/>
            <a:ext cx="7040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57600"/>
            <a:ext cx="6583680" cy="1554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500" b="0">
                <a:solidFill>
                  <a:srgbClr val="102D3A"/>
                </a:solidFill>
                <a:latin typeface="Aptos"/>
              </a:defRPr>
            </a:pPr>
            <a:r>
              <a:t>A simpler day for your team.</a:t>
            </a:r>
          </a:p>
          <a:p>
            <a:pPr>
              <a:defRPr sz="2500" b="0">
                <a:solidFill>
                  <a:srgbClr val="102D3A"/>
                </a:solidFill>
                <a:latin typeface="Aptos"/>
              </a:defRPr>
            </a:pPr>
            <a:r>
              <a:t>A clearer service for your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649224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1">
                <a:solidFill>
                  <a:srgbClr val="087F83"/>
                </a:solidFill>
                <a:latin typeface="Aptos"/>
              </a:defRPr>
            </a:pPr>
            <a:r>
              <a:t>Next: validate workflows and agree the first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